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NGB Insuretech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Insurance Accounting Subledger &amp; IFRS 17 Reporting | BA Interview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Operational policy/claims transactions need controlled accounting treatment and reconciliation.</a:t>
            </a:r>
          </a:p>
          <a:p>
            <a:pPr>
              <a:spcAft>
                <a:spcPts val="1000"/>
              </a:spcAft>
              <a:defRPr sz="2200"/>
            </a:pPr>
            <a:r>
              <a:t>Finance needs traceability from source transaction → accounting rule → journal → GL.</a:t>
            </a:r>
          </a:p>
          <a:p>
            <a:pPr>
              <a:spcAft>
                <a:spcPts val="1000"/>
              </a:spcAft>
              <a:defRPr sz="2200"/>
            </a:pPr>
            <a:r>
              <a:t>Solution: an insurance accounting subledger between operational systems and the GL.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AS-IS → TO-BE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AS-IS: systems → manual extracts → spreadsheets → manual journals → GL → reconciliation.</a:t>
            </a:r>
          </a:p>
          <a:p>
            <a:pPr>
              <a:spcAft>
                <a:spcPts val="1000"/>
              </a:spcAft>
              <a:defRPr sz="2200"/>
            </a:pPr>
            <a:r>
              <a:t>TO-BE: policy/claims/reinsurance → integration → subledger → rule engine → GL → reconciliation/reporting.</a:t>
            </a:r>
          </a:p>
          <a:p>
            <a:pPr>
              <a:spcAft>
                <a:spcPts val="1000"/>
              </a:spcAft>
              <a:defRPr sz="2200"/>
            </a:pPr>
            <a:r>
              <a:t>BA ownership: discovery, process modelling, requirements, data flow, controls and UAT.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Accounting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Premium accounting and cash application.</a:t>
            </a:r>
          </a:p>
          <a:p>
            <a:pPr>
              <a:spcAft>
                <a:spcPts val="1000"/>
              </a:spcAft>
              <a:defRPr sz="2200"/>
            </a:pPr>
            <a:r>
              <a:t>Claims incurred and claims paid.</a:t>
            </a:r>
          </a:p>
          <a:p>
            <a:pPr>
              <a:spcAft>
                <a:spcPts val="1000"/>
              </a:spcAft>
              <a:defRPr sz="2200"/>
            </a:pPr>
            <a:r>
              <a:t>Basic reinsurance-held transaction flow.</a:t>
            </a:r>
          </a:p>
          <a:p>
            <a:pPr>
              <a:spcAft>
                <a:spcPts val="1000"/>
              </a:spcAft>
              <a:defRPr sz="2200"/>
            </a:pPr>
            <a:r>
              <a:t>Effective-dated accounting rules and balanced journals.</a:t>
            </a:r>
          </a:p>
          <a:p>
            <a:pPr>
              <a:spcAft>
                <a:spcPts val="1000"/>
              </a:spcAft>
              <a:defRPr sz="2200"/>
            </a:pPr>
            <a:r>
              <a:t>Subledger-to-GL reconciliation and exception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IFRS 17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Case study assumes eligible short-duration P&amp;C contracts use PAA.</a:t>
            </a:r>
          </a:p>
          <a:p>
            <a:pPr>
              <a:spcAft>
                <a:spcPts val="1000"/>
              </a:spcAft>
              <a:defRPr sz="2200"/>
            </a:pPr>
            <a:r>
              <a:t>Track data around LRC, LIC, fulfilment cash flows, risk adjustment and reinsurance-held balances.</a:t>
            </a:r>
          </a:p>
          <a:p>
            <a:pPr>
              <a:spcAft>
                <a:spcPts val="1000"/>
              </a:spcAft>
              <a:defRPr sz="2200"/>
            </a:pPr>
            <a:r>
              <a:t>Do not claim to have built a full actuarial engine; define interfaces, data and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BA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Stakeholder analysis, AS-IS/TO-BE and business case.</a:t>
            </a:r>
          </a:p>
          <a:p>
            <a:pPr>
              <a:spcAft>
                <a:spcPts val="1000"/>
              </a:spcAft>
              <a:defRPr sz="2200"/>
            </a:pPr>
            <a:r>
              <a:t>Functional requirements, business rules and NFRs.</a:t>
            </a:r>
          </a:p>
          <a:p>
            <a:pPr>
              <a:spcAft>
                <a:spcPts val="1000"/>
              </a:spcAft>
              <a:defRPr sz="2200"/>
            </a:pPr>
            <a:r>
              <a:t>Accounting event matrix and data dictionary.</a:t>
            </a:r>
          </a:p>
          <a:p>
            <a:pPr>
              <a:spcAft>
                <a:spcPts val="1000"/>
              </a:spcAft>
              <a:defRPr sz="2200"/>
            </a:pPr>
            <a:r>
              <a:t>User stories, acceptance criteria, RTM and UAT.</a:t>
            </a:r>
          </a:p>
          <a:p>
            <a:pPr>
              <a:spcAft>
                <a:spcPts val="1000"/>
              </a:spcAft>
              <a:defRPr sz="2200"/>
            </a:pPr>
            <a:r>
              <a:t>Risk, issue and change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Example User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US-002: As an accountant, I want premium events mapped to accounting rules so that journals are generated consistently.</a:t>
            </a:r>
          </a:p>
          <a:p>
            <a:pPr>
              <a:spcAft>
                <a:spcPts val="1000"/>
              </a:spcAft>
              <a:defRPr sz="2200"/>
            </a:pPr>
            <a:r>
              <a:t>Acceptance: valid event → correct rule version → balanced journal → traceability.</a:t>
            </a:r>
          </a:p>
          <a:p>
            <a:pPr>
              <a:spcAft>
                <a:spcPts val="1000"/>
              </a:spcAft>
              <a:defRPr sz="2200"/>
            </a:pPr>
            <a:r>
              <a:t>Negative case: unmapped event → quarantine → exception → no GL posting.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Controls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Duplicate prevention; balanced debit/credit validation; closed-period controls.</a:t>
            </a:r>
          </a:p>
          <a:p>
            <a:pPr>
              <a:spcAft>
                <a:spcPts val="1000"/>
              </a:spcAft>
              <a:defRPr sz="2200"/>
            </a:pPr>
            <a:r>
              <a:t>Effective-dated accounting rules and audit trail.</a:t>
            </a:r>
          </a:p>
          <a:p>
            <a:pPr>
              <a:spcAft>
                <a:spcPts val="1000"/>
              </a:spcAft>
              <a:defRPr sz="2200"/>
            </a:pPr>
            <a:r>
              <a:t>Subledger-to-GL reconciliation and exception management.</a:t>
            </a:r>
          </a:p>
          <a:p>
            <a:pPr>
              <a:spcAft>
                <a:spcPts val="1000"/>
              </a:spcAft>
              <a:defRPr sz="2200"/>
            </a:pPr>
            <a:r>
              <a:t>UAT covers happy path, negative path and month-end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Interview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Tell the story in this order: problem → process → data → requirements → accounting mapping → testing.</a:t>
            </a:r>
          </a:p>
          <a:p>
            <a:pPr>
              <a:spcAft>
                <a:spcPts val="1000"/>
              </a:spcAft>
              <a:defRPr sz="2200"/>
            </a:pPr>
            <a:r>
              <a:t>State assumptions explicitly and identify SME questions before production.</a:t>
            </a:r>
          </a:p>
          <a:p>
            <a:pPr>
              <a:spcAft>
                <a:spcPts val="1000"/>
              </a:spcAft>
              <a:defRPr sz="2200"/>
            </a:pPr>
            <a:r>
              <a:t>Position it as a case study demonstrating your BA approach, not as a production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